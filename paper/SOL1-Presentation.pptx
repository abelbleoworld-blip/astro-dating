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7E8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SOL-1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Прогноз Grand Solar Minimum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55 000 лет данных · 5 источников · вероятность 95%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А.А. Дмитриев · Апрель 2026 · Открытые данные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Мы не просим верить. Мы просим проверить.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Физический механизм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Солнце модулирует поток галактических космических лучей (ГКЛ)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Активное Солнце → сильное магнитное поле → ГКЛ отклоняются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Спящее Солнце → слабое поле → ГКЛ достигают Земли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ГКЛ рождают ¹⁴C в деревьях и ¹⁰Be во льдах Гренландии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Два независимых изотопа — один физический сигнал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Корреляция ¹⁰Be × ¹⁴C = 0.47 (37 000 лет перекрытия)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независимых источников данных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E1: 112 записей солнечных пятен (28 BCE — 1610 CE)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E2: ~2 000 наблюдений северного сияния (567–1900)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E3: 116 описаний солнечной короны при затмениях (71–2024)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E4: IntCal20 радиоуглерод — 9 501 точка, 55 000 лет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E5: GISP2 бериллий-10 — 387 точек, 40 000 лет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Каждый источник анализируется независимо через FFT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подтверждённых солнечных циклов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Швабе ~11 лет — подтверждён в E1, E2 (2/2)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Глейсберг ~88 лет — подтверждён в E1, E2, E3, E4 (4/4) ✓✓✓✓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Сюсс/де Фриз ~207 лет — подтверждён в E2, E3, E4 (3/3)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Эдди ~1 000 лет — подтверждён в E4, E5 (2/2)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Хальштатт ~2 300 лет — подтверждён в E4, E5 (2/2)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Глейсберг — самый надёжный: 4 независимых прокси дают 87.5–88.8 лет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Прогноз: следующий Grand Solar Minimum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Медиана: ~2126 год нашей эры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68% доверительный интервал: 2058–2206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90% доверительный интервал: 2030–2237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P(Grand Minimum, уровень Шпёрер/Маундер) = 63.4%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P(Deep + Grand, минимум уровень Вольф) = 95.4%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P(ничего значительного не будет) = 0.0%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Ожидаемая длительность: 22 ± 10 лет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Валидация: 5 из 5 исторических GSM воспроизведены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Оорт (1010–1050): S = −0.170 ✓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Вольф (1280–1340): S = −0.355 ✓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Шпёрер (1460–1550): S = −0.788 ✓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Маундер (1645–1715): S = −0.971 ✓ (глубочайший — Малый ледниковый период)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Дальтон (1790–1830): S = +0.040 (пограничный — ожидаемо, самый короткий)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Модель не подгонялась под результат — фазы фиттились, не глубины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Двойной вызов: GSM + антропогенное потепление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GSM даст охлаждение: −0.3 ... −0.6°C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Антропогенное потепление к 2100: +2.7°C (сценарий SSP2-4.5)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Итого: +2.1 ... +2.4°C — потепление сохраняется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Главная угроза: не холод и не жара, а НЕСТАБИЛЬНОСТЬ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Экстремальные зимы + аномальные лета в один год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80% вероятность: GSM + потепление &gt; +3°C одновременно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векторов влияния на цивилизацию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Солнечная активность → глубокое падение на 20–60 лет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Температура → хаотичная нестабильность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Урожайность → снижение на 15–30%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Энергетика → больше отопления + меньше солнечной генерации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Космические лучи → рост радиации на 15–30% (спутники, авиация)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 Геополитика → миграция, продовольственный стресс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 Технологии → адаптация до 100% к 2100 (если инвестировать сейчас)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Сравнение с другими прогнозами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Жаркова 2015 (динамо PCA): 2030–2040, Маундер — расходится с Cycle 25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Абдуссаматов 2012 (тренд TSI): 2055–2060, Дальтон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Steinhilber &amp; Beer 2013 (космогенные изотопы): 2090±30 — БЛИЖЕ ВСЕГО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SOL-1 (данная работа): 2058–2206 (68% CI), Grand Minimum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SOL-1 единственный использует 5 прокси вместо 1–2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NASA официально: «нет мини-ледникового периода» — но они не считали двойной стресс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Что делать человечеству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2026–2035: осознание, стратегические резервы, peer review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2035–2060: кластерная инфраструктура, вертикальные фермы, SMR-реакторы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2060–2100+: адаптация в реальном времени, протокол взаимопомощи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Подготовка к GSM = подготовка к любому системному кризису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Распределённая сеть автономных кластеров устойчивее централизации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Окно подготовки: 25–50 лет. Этого достаточно — если начать сейчас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SOL-1 Research | astro-dating | CC BY 4.0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E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Открытая наука — проверяй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GitHub: </a:t>
            </a:r>
            <a:pPr indent="0" marL="0">
              <a:buNone/>
            </a:pPr>
            <a:r>
              <a:rPr lang="en-US" sz="1800" dirty="0">
                <a:solidFill>
                  <a:srgbClr val="67E8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github.com/abelbleoworld-blip/astro-dating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Код: Python · Данные: IntCal20, GISP2, Yau, Silverman, Stephenson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Лицензия: CC BY 4.0 — свободное использование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Мы не просим верить.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Мы просим проверить.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A.A. Dmitriev — SOL-1 Research</dc:creator>
  <cp:lastModifiedBy>A.A. Dmitriev — SOL-1 Research</cp:lastModifiedBy>
  <cp:revision>1</cp:revision>
  <dcterms:created xsi:type="dcterms:W3CDTF">2026-04-18T00:58:45Z</dcterms:created>
  <dcterms:modified xsi:type="dcterms:W3CDTF">2026-04-18T00:58:45Z</dcterms:modified>
</cp:coreProperties>
</file>